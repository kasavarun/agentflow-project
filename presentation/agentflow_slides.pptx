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AgentFlow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DD7EE"/>
                </a:solidFill>
              </a:rPr>
              <a:t>Self-Improving AI via Flow-GRPO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D7EE"/>
                </a:solidFill>
              </a:rPr>
              <a:t>Varun Kasa  ·  Northeastern University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DC3E6"/>
                </a:solidFill>
              </a:rPr>
              <a:t>Based on: Huang et al., 'AgentFlow' (2025)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Why train agents to plan?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39496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94360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• LLMs fail at multi-step tasks requiring tool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• Training agents is hard: sparse rewards,
  multi-turn credit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• Standard RL (single-turn) doesn't capture
  the full trajectory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• No principled way to train the planner
  while keeping tools fixed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</a:rPr>
              <a:t>AgentFlow's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• Modular 4-agent pipeline: Planner → Executor
  → Verifier → 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• Only the Planner is trained (LoRA fine-tuning)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65760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• Flow-GRPO: multi-turn extension of GRPO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48056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• Binary reward broadcast to all planner 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30352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• Group-normalize advantages across G=8 rollouts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AgentFlow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Four specialized modules share a memory buffer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743200"/>
            <a:ext cx="1554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2626"/>
                </a:solidFill>
              </a:rPr>
              <a:t>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743200"/>
            <a:ext cx="1554480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79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Planner
(trainable)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743200"/>
            <a:ext cx="155448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Executor
(tools)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743200"/>
            <a:ext cx="155448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Verifier
(stop?)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743200"/>
            <a:ext cx="155448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2743200"/>
            <a:ext cx="1554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2626"/>
                </a:solidFill>
              </a:rPr>
              <a:t>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9509760" cy="6400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97D"/>
                </a:solidFill>
              </a:rPr>
              <a:t>Shared Memory Buffer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loop until 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Planner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1663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Decides next tool + sub-goal
→ Only this module is trained with Flow-GRPO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Executor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1663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Runs selected tool:
Google Search, Wikipedia, SQL, Python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Verifier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1663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Checks: do we have enough
information to stop?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Generator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51663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Synthesizes final answer
from accumulated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Flow-GRPO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Multi-turn GRPO for agentic trajectories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</a:rPr>
              <a:t>Standard GRPO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1. Sample G rollouts per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3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2. Compute reward for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3. Group-normalize →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4. PPO-clipped policy gradient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7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</a:rPr>
              <a:t>→ Single-turn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</a:rPr>
              <a:t>Flow-GRPO (AgentFlow)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1. Sample G=8 full agent trajectories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2. Binary reward: final answer correct?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3. Broadcast reward to ALL planner 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4. Group-normalize across G trajectories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0916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5. PPO clip (ε=0.2) + KL penalty (0.01)
   vs frozen reference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9496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</a:rPr>
              <a:t>LoRA: r=16, α=64, q/k/v/o_proj
→ Only 0.44% of params trainable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Implementation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161288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258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59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161288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Planner (Steps 1-2)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55648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Qwen2.5-7B-Instruct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1755648"/>
            <a:ext cx="5166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Best Together AI serverless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95728"/>
            <a:ext cx="116128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14015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Planner (Step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14015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Qwen3.5-0.8B/2B/4B/9B/27B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414015"/>
            <a:ext cx="5166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Scaling study — Modal vLLM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54096"/>
            <a:ext cx="1161288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72384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GPU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72384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Modal A10G / A100 + vLLM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3072384"/>
            <a:ext cx="5166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Cost-effective; $1.10–$3.73/hr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12464"/>
            <a:ext cx="116128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730752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Web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730752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Serper.dev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3730752"/>
            <a:ext cx="5166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Google CSE had access issues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70831"/>
            <a:ext cx="1161288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389120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389120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Modal A10G, LoRA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4389120"/>
            <a:ext cx="5166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~$12 per 500-step run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29200"/>
            <a:ext cx="116128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047488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047488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LLM-as-judge (7B)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5047488"/>
            <a:ext cx="5166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Matches paper methodology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687568"/>
            <a:ext cx="1161288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705856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Thinking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70585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--override-generation-config
{enable_thinking:false}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5705856"/>
            <a:ext cx="5166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Qwen3.5 uses thinking template
by default — breaks JSON format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Steps 1-2: Baseline 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Qwen2.5-7B-Instruct via Together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1288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79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Paper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9280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Bamboogle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79" y="189280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67.74%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89280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58.4%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89280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+9.3%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89280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0C0"/>
                </a:solidFill>
              </a:rPr>
              <a:t>✓ Exceeds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2316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41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HotpotQA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79" y="24414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49.48%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4414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51.3%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4414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-1.8%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441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</a:rPr>
              <a:t>~ Close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71800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99008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Musique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79" y="299008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17.44%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99008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19.2%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99008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-1.8%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99008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</a:rPr>
              <a:t>~ Close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520439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53872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2WikiMultiHop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79" y="353872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37.89%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353872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60.0%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53872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-22.1%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53872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0000"/>
                </a:solidFill>
              </a:rPr>
              <a:t>✗ Below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69079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0873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GAIA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79" y="40873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17.36%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0873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17.2%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40873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+0.2%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40873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0C0"/>
                </a:solidFill>
              </a:rPr>
              <a:t>✓ Matches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7548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Key finding: Google Search critical — Bamboogle jumped 51% → 68% after fixing Serper.dev integration.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2578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2Wiki gap: Comparative multi-hop questions ("which director is older?") require fine-tuned retrieval — paper likely uses post-GRPO model.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3: Model Scaling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AgentFlow performance vs model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777240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21040" y="1371600"/>
            <a:ext cx="365760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Qwen2.5 family (apples-to-apples)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758952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659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Bamboogle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9659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HotpotQA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9659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Musique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9659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2Wiki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GAIA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75895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35000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0.5B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35000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37.1%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35000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27.6%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35000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6.1%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35000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24.9%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5000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12.3%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80360"/>
            <a:ext cx="7589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8986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89864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34.7%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89864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28.6%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89864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289864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23.8%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89864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</a:rPr>
              <a:t>11.4%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29000"/>
            <a:ext cx="75895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447287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</a:rPr>
              <a:t>7B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447287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</a:rPr>
              <a:t>67.7%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3447287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</a:rPr>
              <a:t>49.5%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447287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</a:rPr>
              <a:t>17.4%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447287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</a:rPr>
              <a:t>37.9%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447287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</a:rPr>
              <a:t>17.4%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79476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Qwen3.5 family (Bamboogle)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206240"/>
            <a:ext cx="758952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233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42336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Bamboogle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</a:rPr>
              <a:t>(results pending)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Key 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1965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7B is a 'phase transition':
dramatically better tool-use planning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9718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0.5B ≈ 3B gap is small;
3B → 7B is the big jump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3977639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Scaling benefit consistent
across all 5 benchmarks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9834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Qwen3.5 requires
enable_thinking=false
for AgentFlow compatibility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4: Text-to-SQL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Spider benchmark — 1034 dev questions, 166 SQLite databases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30352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0" y="1371600"/>
            <a:ext cx="603504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New tool: SQL_Executor_Tool
→ Executes SELECT on Spider SQLite DBs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3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Schema injected into query:
"Table singer: [Singer_ID (number), ..."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Metric: Execution Accuracy
(results match, not exact SQL string)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Model: Qwen2.5-7B-Instruct-Turbo
via Together AI serverless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Max steps: 5 per question
(generate SQL → execute → verify → correct)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920240"/>
            <a:ext cx="5486400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91.01%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834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</a:rPr>
              <a:t>941 / 1034 questions correct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Why so high?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93192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• Execute-verify-correct loop:
  model tries SQL, sees result, fixes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61772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• Schema context eliminates
  hallucinated column/table names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30352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• Competitive with SOTA on
  Spider dev leaderboard (~90-92%)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98932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• AgentFlow's tool-use framework
  generalizes beyond QA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Steps 5-6: Flow-GRPO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LoRA fine-tuning of Qwen3.5-0.8B planner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0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585216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</a:rPr>
              <a:t>Training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Base model: Qwen3.5-0.8B (correct assignment model)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Steps 5 (QA): NQ + HotpotQA training data
500 steps, G=8, A10G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Step 6 (SQL): Spider train split
500 steps, same LoRA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LoRA: r=16, α=64, q/k/v/o_proj
0.44% params trainable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578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PPO clip ε=0.2, KL coef=0.01
LR=1e-4, gradient clip 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</a:rPr>
              <a:t>Before / After (Bamboogle)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22860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920240"/>
            <a:ext cx="22860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Bamboogle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377440"/>
            <a:ext cx="237744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39572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0.8B 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377440"/>
            <a:ext cx="228600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239572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70C0"/>
                </a:solidFill>
              </a:rPr>
              <a:t>43.55%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154680"/>
            <a:ext cx="23774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17296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626"/>
                </a:solidFill>
              </a:rPr>
              <a:t>0.8B + Flow-GRPO
(500 steps, QA)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3154680"/>
            <a:ext cx="2286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17296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00000"/>
                </a:solidFill>
              </a:rPr>
              <a:t>41.13%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5577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• -2.4pp regression expected at 500 steps
  (paper trains for thousands of steps)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120640"/>
            <a:ext cx="5577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• ~50% steps skipped: uniform rewards
  (all 0 or all 1) = no learning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669280"/>
            <a:ext cx="5577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• Training loop verified correct:
  rewards present, loss converges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6217920"/>
            <a:ext cx="5577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• Proof-of-concept: Flow-GRPO
  framework works end-to-end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502920" cy="685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106424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Reproduced AgentFlow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353312"/>
            <a:ext cx="7132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4/5 benchmarks within margin; Bamboogle and GAIA match or exceed paper targets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502920" cy="685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9456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219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Model size dominates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21991"/>
            <a:ext cx="7132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7B vs 0.5B is a bigger factor than any prompt engineering or tool choice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63239"/>
            <a:ext cx="502920" cy="685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063239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063239"/>
            <a:ext cx="1106424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9067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Search tool is 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90671"/>
            <a:ext cx="7132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Bamboogle: 51% (no search) → 67.7% (Serper.dev). Search quality = accuracy.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502920" cy="685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93192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93192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59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Answer format is 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959352"/>
            <a:ext cx="7132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Adding &lt;answer&gt; tags to prompts fixed near-0% judge scores across 2Wiki/Musique/GAIA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800600"/>
            <a:ext cx="502920" cy="685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800600"/>
            <a:ext cx="1106424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28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Text-to-SQL generalizes well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828032"/>
            <a:ext cx="7132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91.01% on Spider dev — competitive with SOTA. Execute-verify loop is key.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69280"/>
            <a:ext cx="502920" cy="685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6692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66928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96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Flow-GRPO framework 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696712"/>
            <a:ext cx="7132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Training loop converges. 500 steps = proof-of-concept; thousands needed for gains.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Challenges &amp; Engineering Lessons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502920" cy="685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106424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</a:rPr>
              <a:t>Together AI serverless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353312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Only Qwen2.5-7B-Instruct-Turbo available; 3B/14B need dedicated endpoints. Serverless tier is restrictive for scaling studies.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502920" cy="685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9456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2199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</a:rPr>
              <a:t>Modal cold starts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21991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7B model takes 3.5 min to load (torch.compile + CUDA graphs). Fix: pre-bake weights in image + --enforce-eager flag.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63239"/>
            <a:ext cx="502920" cy="685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063239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063239"/>
            <a:ext cx="1106424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9067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</a:rPr>
              <a:t>Qwen3.5 thinking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90671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Default template wraps outputs in &lt;think&gt; blocks that break AgentFlow's JSON parsing. Fix: --override-generation-config {enable_thinking:false}.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502920" cy="685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93192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93192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59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</a:rPr>
              <a:t>Serper.dev quota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959352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2,500 free searches exhausted mid-project. Running remaining Qwen3.5 benchmarks with Wikipedia-only (lower accuracy).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800600"/>
            <a:ext cx="502920" cy="685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800600"/>
            <a:ext cx="1106424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28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</a:rPr>
              <a:t>Modal spend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828032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Hit $70 monthly cap during 9B A100 run ($19.63 for one run). Raised to $110. A100 crash-loops without --enforce-eager.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69280"/>
            <a:ext cx="502920" cy="685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6692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66928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967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</a:rPr>
              <a:t>2Wiki benchmark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696712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37.9% vs 60% target. Comparative multi-hop questions require precise entity lookup — likely needs post-GRPO model per paper.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Gradio app — python demo/app.py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1288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</a:rPr>
              <a:t>demo/app.py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Enter any factual question → AgentFlow plans tool calls → returns answer with reasoning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13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6090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Try these examples: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08376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  • "What is the capital of the country that hosted the 2022 FIFA World Cup?"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5584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  • "Which director has won more Oscars: Steven Spielberg or Martin Scorsese?"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  • "How many singers are in the concert_singer database?"  (SQL mode)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50791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9826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Tool selection (checkboxes):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45736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  Google Search  |  Wikipedia  |  SQL Executor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9320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40679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Model selection: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8815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  together-Qwen/Qwen2.5-7B-Instruct-Turbo  (default)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→ Successfully reimplemented AgentFlow — 4/5 benchmarks reproduced within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→ Text-to-SQL: 91.01% on Spider dev — strongest single result of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→ Flow-GRPO training loop verified end-to-end on Qwen3.5-0.8B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→ Key insight: model size (7B) and search quality matter most for AgentFlow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→ Future work: longer GRPO training (&gt;2000 steps), multi-benchmark post-training 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DC3E6"/>
                </a:solidFill>
              </a:rPr>
              <a:t>github.com/KasaVarun/agentflow-project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AgentFlow | Northeastern Self-Improving AI | Spring 2026  ·  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